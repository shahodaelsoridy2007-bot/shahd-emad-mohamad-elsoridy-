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63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6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E0366-0637-46AF-8064-AF58B0EAACF9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21E42-BD36-40EE-8231-67EB51111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449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E0366-0637-46AF-8064-AF58B0EAACF9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21E42-BD36-40EE-8231-67EB51111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649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E0366-0637-46AF-8064-AF58B0EAACF9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21E42-BD36-40EE-8231-67EB51111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262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E0366-0637-46AF-8064-AF58B0EAACF9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21E42-BD36-40EE-8231-67EB51111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974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E0366-0637-46AF-8064-AF58B0EAACF9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21E42-BD36-40EE-8231-67EB51111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804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E0366-0637-46AF-8064-AF58B0EAACF9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21E42-BD36-40EE-8231-67EB51111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63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E0366-0637-46AF-8064-AF58B0EAACF9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21E42-BD36-40EE-8231-67EB51111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948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E0366-0637-46AF-8064-AF58B0EAACF9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21E42-BD36-40EE-8231-67EB51111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070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E0366-0637-46AF-8064-AF58B0EAACF9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21E42-BD36-40EE-8231-67EB51111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8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E0366-0637-46AF-8064-AF58B0EAACF9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21E42-BD36-40EE-8231-67EB51111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867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E0366-0637-46AF-8064-AF58B0EAACF9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21E42-BD36-40EE-8231-67EB5111111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231098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E0366-0637-46AF-8064-AF58B0EAACF9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21E42-BD36-40EE-8231-67EB51111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2842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E0366-0637-46AF-8064-AF58B0EAACF9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21E42-BD36-40EE-8231-67EB5111111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230591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E0366-0637-46AF-8064-AF58B0EAACF9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21E42-BD36-40EE-8231-67EB51111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2708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E0366-0637-46AF-8064-AF58B0EAACF9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21E42-BD36-40EE-8231-67EB51111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021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E0366-0637-46AF-8064-AF58B0EAACF9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21E42-BD36-40EE-8231-67EB51111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308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0E0366-0637-46AF-8064-AF58B0EAACF9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2F21E42-BD36-40EE-8231-67EB51111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869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flipH="1">
            <a:off x="1102934" y="1310326"/>
            <a:ext cx="8012783" cy="4326904"/>
          </a:xfrm>
        </p:spPr>
        <p:txBody>
          <a:bodyPr>
            <a:normAutofit/>
          </a:bodyPr>
          <a:lstStyle/>
          <a:p>
            <a:pPr marL="285750" indent="-285750" algn="ctr" rtl="1">
              <a:buFont typeface="Wingdings" panose="05000000000000000000" pitchFamily="2" charset="2"/>
              <a:buChar char="Ø"/>
            </a:pPr>
            <a:r>
              <a:rPr lang="ar-EG" sz="3600" b="1" i="1" u="sng" dirty="0" smtClean="0">
                <a:solidFill>
                  <a:schemeClr val="tx1"/>
                </a:solidFill>
              </a:rPr>
              <a:t>الاسم</a:t>
            </a:r>
            <a:r>
              <a:rPr lang="ar-EG" sz="3600" b="1" u="sng" dirty="0" smtClean="0">
                <a:solidFill>
                  <a:schemeClr val="tx1"/>
                </a:solidFill>
              </a:rPr>
              <a:t>\</a:t>
            </a:r>
            <a:r>
              <a:rPr lang="ar-EG" sz="3600" b="1" dirty="0" smtClean="0">
                <a:solidFill>
                  <a:schemeClr val="tx1"/>
                </a:solidFill>
              </a:rPr>
              <a:t>شهد عماد محمد عبد المجيد الصريدي </a:t>
            </a:r>
          </a:p>
          <a:p>
            <a:pPr marL="571500" indent="-571500" algn="ctr" rtl="1">
              <a:buFont typeface="Wingdings" panose="05000000000000000000" pitchFamily="2" charset="2"/>
              <a:buChar char="Ø"/>
            </a:pPr>
            <a:r>
              <a:rPr lang="en-US" sz="3600" b="1" i="1" u="sng" dirty="0" smtClean="0"/>
              <a:t>ID</a:t>
            </a:r>
            <a:r>
              <a:rPr lang="ar-EG" sz="3600" b="1" dirty="0" smtClean="0"/>
              <a:t>\2500432</a:t>
            </a:r>
            <a:r>
              <a:rPr lang="en-US" sz="3600" b="1" dirty="0" smtClean="0"/>
              <a:t>#</a:t>
            </a:r>
            <a:endParaRPr lang="ar-EG" sz="3600" b="1" dirty="0" smtClean="0"/>
          </a:p>
          <a:p>
            <a:pPr marL="571500" indent="-571500" algn="ctr" rtl="1">
              <a:buFont typeface="Wingdings" panose="05000000000000000000" pitchFamily="2" charset="2"/>
              <a:buChar char="Ø"/>
            </a:pPr>
            <a:r>
              <a:rPr lang="ar-EG" sz="3600" b="1" i="1" u="sng" dirty="0" smtClean="0"/>
              <a:t>عنوان البحث</a:t>
            </a:r>
            <a:r>
              <a:rPr lang="ar-EG" sz="3600" b="1" dirty="0" smtClean="0"/>
              <a:t>\ازاي بنغير الوان وخطوط وتصميم المواقع </a:t>
            </a:r>
            <a:r>
              <a:rPr lang="en-US" sz="3600" b="1" dirty="0" smtClean="0"/>
              <a:t>CSS </a:t>
            </a:r>
            <a:endParaRPr lang="en-US" sz="3600" b="1" i="1" u="sng" dirty="0"/>
          </a:p>
        </p:txBody>
      </p:sp>
    </p:spTree>
    <p:extLst>
      <p:ext uri="{BB962C8B-B14F-4D97-AF65-F5344CB8AC3E}">
        <p14:creationId xmlns:p14="http://schemas.microsoft.com/office/powerpoint/2010/main" val="3811080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77334" y="1448585"/>
            <a:ext cx="8472724" cy="2284429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ar-EG" sz="5400" b="1" i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بحث عن ازاي اغير الوان وخطوط وتصميم المواقع</a:t>
            </a:r>
            <a:endParaRPr lang="en-US" sz="5400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Subtitle 4"/>
          <p:cNvSpPr>
            <a:spLocks noGrp="1"/>
          </p:cNvSpPr>
          <p:nvPr>
            <p:ph idx="1"/>
          </p:nvPr>
        </p:nvSpPr>
        <p:spPr>
          <a:xfrm>
            <a:off x="160256" y="3403076"/>
            <a:ext cx="9113919" cy="25452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ar-EG" sz="3600" dirty="0" smtClean="0">
                <a:solidFill>
                  <a:schemeClr val="tx2"/>
                </a:solidFill>
              </a:rPr>
              <a:t> </a:t>
            </a:r>
            <a:r>
              <a:rPr lang="en-US" sz="3600" dirty="0" err="1" smtClean="0">
                <a:solidFill>
                  <a:schemeClr val="tx2"/>
                </a:solidFill>
              </a:rPr>
              <a:t>css</a:t>
            </a:r>
            <a:r>
              <a:rPr lang="ar-EG" sz="3600" dirty="0" smtClean="0">
                <a:solidFill>
                  <a:schemeClr val="tx2"/>
                </a:solidFill>
              </a:rPr>
              <a:t>لغة </a:t>
            </a:r>
            <a:endParaRPr lang="en-US" sz="3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2214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7460" y="609600"/>
            <a:ext cx="7916541" cy="1320800"/>
          </a:xfrm>
        </p:spPr>
        <p:txBody>
          <a:bodyPr/>
          <a:lstStyle/>
          <a:p>
            <a:r>
              <a:rPr lang="ar-EG" b="1" i="1" u="sng" dirty="0" smtClean="0">
                <a:solidFill>
                  <a:schemeClr val="tx2"/>
                </a:solidFill>
              </a:rPr>
              <a:t>مقدمه توضح لنا هنكلم عن اي </a:t>
            </a:r>
            <a:endParaRPr lang="en-US" b="1" i="1" u="sng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1466" y="1464733"/>
            <a:ext cx="8122535" cy="4576629"/>
          </a:xfrm>
        </p:spPr>
        <p:txBody>
          <a:bodyPr>
            <a:normAutofit/>
          </a:bodyPr>
          <a:lstStyle/>
          <a:p>
            <a:pPr algn="ctr" rtl="1">
              <a:buFont typeface="Wingdings" panose="05000000000000000000" pitchFamily="2" charset="2"/>
              <a:buChar char="§"/>
            </a:pPr>
            <a:r>
              <a:rPr lang="ar-EG" sz="2800" dirty="0" smtClean="0"/>
              <a:t>لغة </a:t>
            </a:r>
            <a:r>
              <a:rPr lang="en-US" sz="2800" dirty="0" err="1" smtClean="0"/>
              <a:t>scc</a:t>
            </a:r>
            <a:r>
              <a:rPr lang="ar-EG" sz="2800" dirty="0" smtClean="0"/>
              <a:t> تستخدم ل</a:t>
            </a:r>
          </a:p>
          <a:p>
            <a:pPr algn="ctr" rtl="1">
              <a:buFont typeface="Wingdings" panose="05000000000000000000" pitchFamily="2" charset="2"/>
              <a:buChar char="§"/>
            </a:pPr>
            <a:r>
              <a:rPr lang="ar-EG" sz="2800" dirty="0" smtClean="0"/>
              <a:t>لاضافة الاشكال والالوان</a:t>
            </a:r>
          </a:p>
          <a:p>
            <a:pPr algn="ctr" rtl="1">
              <a:buFont typeface="Wingdings" panose="05000000000000000000" pitchFamily="2" charset="2"/>
              <a:buChar char="§"/>
            </a:pPr>
            <a:r>
              <a:rPr lang="ar-EG" sz="2800" dirty="0" smtClean="0"/>
              <a:t> وتنسيق الخطوط وترتيب العناصر في صفحات الويب</a:t>
            </a:r>
          </a:p>
          <a:p>
            <a:pPr algn="ctr" rtl="1">
              <a:buFont typeface="Wingdings" panose="05000000000000000000" pitchFamily="2" charset="2"/>
              <a:buChar char="§"/>
            </a:pPr>
            <a:r>
              <a:rPr lang="ar-EG" sz="2800" dirty="0" smtClean="0"/>
              <a:t>لجعلها اكثر جاذبيه مش مجرد نصوص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36992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6266" y="1481667"/>
            <a:ext cx="7817735" cy="4559695"/>
          </a:xfrm>
        </p:spPr>
        <p:txBody>
          <a:bodyPr>
            <a:normAutofit/>
          </a:bodyPr>
          <a:lstStyle/>
          <a:p>
            <a:pPr marL="514350" indent="-514350" algn="ctr" rtl="1">
              <a:buFont typeface="+mj-lt"/>
              <a:buAutoNum type="arabicPeriod"/>
            </a:pPr>
            <a:r>
              <a:rPr lang="ar-EG" sz="2800" dirty="0" smtClean="0">
                <a:solidFill>
                  <a:schemeClr val="tx2"/>
                </a:solidFill>
              </a:rPr>
              <a:t>لون النص\نستخدم خاصية </a:t>
            </a:r>
            <a:r>
              <a:rPr lang="en-US" sz="2800" dirty="0" smtClean="0">
                <a:solidFill>
                  <a:schemeClr val="tx2"/>
                </a:solidFill>
              </a:rPr>
              <a:t>color</a:t>
            </a:r>
            <a:endParaRPr lang="ar-EG" sz="2800" dirty="0" smtClean="0">
              <a:solidFill>
                <a:schemeClr val="tx2"/>
              </a:solidFill>
            </a:endParaRPr>
          </a:p>
          <a:p>
            <a:pPr marL="514350" indent="-514350" algn="ctr" rtl="1">
              <a:buFont typeface="+mj-lt"/>
              <a:buAutoNum type="arabicPeriod"/>
            </a:pPr>
            <a:r>
              <a:rPr lang="ar-EG" sz="2800" dirty="0" smtClean="0">
                <a:solidFill>
                  <a:schemeClr val="tx2"/>
                </a:solidFill>
              </a:rPr>
              <a:t>لون الخلفيه\ نستخدم خاصية </a:t>
            </a:r>
            <a:r>
              <a:rPr lang="en-US" sz="2800" dirty="0" smtClean="0">
                <a:solidFill>
                  <a:schemeClr val="tx2"/>
                </a:solidFill>
              </a:rPr>
              <a:t>background-color </a:t>
            </a:r>
          </a:p>
          <a:p>
            <a:pPr marL="514350" indent="-514350" algn="ctr" rtl="1">
              <a:buFont typeface="+mj-lt"/>
              <a:buAutoNum type="arabicPeriod"/>
            </a:pPr>
            <a:r>
              <a:rPr lang="en-US" sz="2800" dirty="0" smtClean="0">
                <a:solidFill>
                  <a:schemeClr val="tx2"/>
                </a:solidFill>
              </a:rPr>
              <a:t>Background-color;</a:t>
            </a:r>
            <a:r>
              <a:rPr lang="ar-EG" sz="2800" dirty="0" smtClean="0">
                <a:solidFill>
                  <a:schemeClr val="tx2"/>
                </a:solidFill>
              </a:rPr>
              <a:t>}</a:t>
            </a:r>
            <a:r>
              <a:rPr lang="en-US" sz="2800" dirty="0" smtClean="0">
                <a:solidFill>
                  <a:schemeClr val="tx2"/>
                </a:solidFill>
              </a:rPr>
              <a:t>body</a:t>
            </a:r>
            <a:endParaRPr lang="ar-EG" sz="2800" dirty="0" smtClean="0">
              <a:solidFill>
                <a:schemeClr val="tx2"/>
              </a:solidFill>
            </a:endParaRPr>
          </a:p>
          <a:p>
            <a:pPr marL="514350" indent="-514350" algn="ctr" rtl="1">
              <a:buFont typeface="+mj-lt"/>
              <a:buAutoNum type="arabicPeriod"/>
            </a:pPr>
            <a:r>
              <a:rPr lang="en-US" sz="2800" dirty="0" smtClean="0">
                <a:solidFill>
                  <a:schemeClr val="tx2"/>
                </a:solidFill>
              </a:rPr>
              <a:t>Color;</a:t>
            </a:r>
            <a:r>
              <a:rPr lang="ar-EG" sz="2800" dirty="0" smtClean="0">
                <a:solidFill>
                  <a:schemeClr val="tx2"/>
                </a:solidFill>
              </a:rPr>
              <a:t>}</a:t>
            </a:r>
            <a:r>
              <a:rPr lang="en-US" sz="2800" dirty="0" smtClean="0">
                <a:solidFill>
                  <a:schemeClr val="tx2"/>
                </a:solidFill>
              </a:rPr>
              <a:t>body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44600" y="618066"/>
            <a:ext cx="8596668" cy="770467"/>
          </a:xfrm>
        </p:spPr>
        <p:txBody>
          <a:bodyPr/>
          <a:lstStyle/>
          <a:p>
            <a:pPr marL="742950" indent="-742950" algn="ctr" rtl="1">
              <a:buFont typeface="Wingdings" panose="05000000000000000000" pitchFamily="2" charset="2"/>
              <a:buChar char="§"/>
            </a:pPr>
            <a:r>
              <a:rPr lang="ar-EG" b="1" i="1" dirty="0" smtClean="0">
                <a:solidFill>
                  <a:schemeClr val="tx1"/>
                </a:solidFill>
              </a:rPr>
              <a:t>تغير الالوان</a:t>
            </a:r>
            <a:endParaRPr lang="en-US" b="1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5197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 algn="ctr" rtl="1">
              <a:buFont typeface="Wingdings" panose="05000000000000000000" pitchFamily="2" charset="2"/>
              <a:buChar char="§"/>
            </a:pPr>
            <a:r>
              <a:rPr lang="ar-EG" b="1" i="1" dirty="0" smtClean="0">
                <a:solidFill>
                  <a:schemeClr val="tx1"/>
                </a:solidFill>
              </a:rPr>
              <a:t>تغير الخطوط</a:t>
            </a:r>
            <a:endParaRPr lang="en-US" b="1" i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56267"/>
            <a:ext cx="8596668" cy="4585096"/>
          </a:xfrm>
        </p:spPr>
        <p:txBody>
          <a:bodyPr>
            <a:normAutofit/>
          </a:bodyPr>
          <a:lstStyle/>
          <a:p>
            <a:pPr algn="ctr" rtl="1">
              <a:buFont typeface="+mj-lt"/>
              <a:buAutoNum type="arabicPeriod"/>
            </a:pPr>
            <a:r>
              <a:rPr lang="ar-EG" sz="2800" dirty="0" smtClean="0"/>
              <a:t>تغير</a:t>
            </a:r>
            <a:r>
              <a:rPr lang="ar-EG" sz="2400" dirty="0" smtClean="0"/>
              <a:t> </a:t>
            </a:r>
            <a:r>
              <a:rPr lang="ar-EG" sz="2800" dirty="0" smtClean="0"/>
              <a:t>نوع</a:t>
            </a:r>
            <a:r>
              <a:rPr lang="ar-EG" sz="2400" dirty="0" smtClean="0"/>
              <a:t> </a:t>
            </a:r>
            <a:r>
              <a:rPr lang="ar-EG" sz="2800" dirty="0" smtClean="0"/>
              <a:t>الخط \نستخدم خاصية</a:t>
            </a:r>
            <a:r>
              <a:rPr lang="en-US" sz="2800" dirty="0"/>
              <a:t> </a:t>
            </a:r>
            <a:r>
              <a:rPr lang="en-US" sz="2800" dirty="0" smtClean="0"/>
              <a:t>font-family</a:t>
            </a:r>
          </a:p>
          <a:p>
            <a:pPr algn="ctr" rtl="1">
              <a:buFont typeface="+mj-lt"/>
              <a:buAutoNum type="arabicPeriod"/>
            </a:pPr>
            <a:r>
              <a:rPr lang="en-US" sz="2800" dirty="0" smtClean="0"/>
              <a:t> </a:t>
            </a:r>
            <a:r>
              <a:rPr lang="ar-EG" sz="2800" dirty="0" smtClean="0"/>
              <a:t>تغير حجم الخط \نستخدم خاصية </a:t>
            </a:r>
            <a:r>
              <a:rPr lang="en-US" sz="2800" dirty="0" smtClean="0"/>
              <a:t>font-size</a:t>
            </a:r>
          </a:p>
          <a:p>
            <a:pPr algn="ctr" rtl="1">
              <a:buFont typeface="+mj-lt"/>
              <a:buAutoNum type="arabicPeriod"/>
            </a:pPr>
            <a:r>
              <a:rPr lang="ar-EG" sz="2800" dirty="0" smtClean="0"/>
              <a:t>تغير سمك الخط \نستخدم خاصية </a:t>
            </a:r>
            <a:r>
              <a:rPr lang="en-US" sz="2800" dirty="0" smtClean="0"/>
              <a:t>font-weight</a:t>
            </a:r>
          </a:p>
          <a:p>
            <a:pPr algn="ctr" rtl="1">
              <a:buFont typeface="+mj-lt"/>
              <a:buAutoNum type="arabicPeriod"/>
            </a:pPr>
            <a:r>
              <a:rPr lang="en-US" sz="2800" dirty="0" smtClean="0"/>
              <a:t>Font-family</a:t>
            </a:r>
            <a:r>
              <a:rPr lang="ar-EG" sz="2800" dirty="0" smtClean="0"/>
              <a:t>}</a:t>
            </a:r>
            <a:r>
              <a:rPr lang="en-US" sz="2800" dirty="0" err="1" smtClean="0"/>
              <a:t>bady</a:t>
            </a:r>
            <a:endParaRPr lang="en-US" sz="2800" dirty="0" smtClean="0"/>
          </a:p>
          <a:p>
            <a:pPr algn="ctr" rtl="1">
              <a:buFont typeface="+mj-lt"/>
              <a:buAutoNum type="arabicPeriod"/>
            </a:pPr>
            <a:r>
              <a:rPr lang="en-US" sz="2800" dirty="0" smtClean="0"/>
              <a:t>Font-size;</a:t>
            </a:r>
            <a:r>
              <a:rPr lang="ar-EG" sz="2800" dirty="0" smtClean="0"/>
              <a:t>}</a:t>
            </a:r>
            <a:r>
              <a:rPr lang="en-US" sz="2800" dirty="0" smtClean="0"/>
              <a:t>h2</a:t>
            </a:r>
          </a:p>
          <a:p>
            <a:pPr algn="ctr" rtl="1">
              <a:buFont typeface="+mj-lt"/>
              <a:buAutoNum type="arabicPeriod"/>
            </a:pPr>
            <a:r>
              <a:rPr lang="en-US" sz="2800" dirty="0" smtClean="0"/>
              <a:t>Font-weight</a:t>
            </a:r>
            <a:r>
              <a:rPr lang="ar-EG" sz="2800" dirty="0" smtClean="0"/>
              <a:t>}</a:t>
            </a:r>
            <a:r>
              <a:rPr lang="en-US" sz="2800" dirty="0" smtClean="0"/>
              <a:t>h2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44479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ctr" rtl="1">
              <a:buFont typeface="Wingdings" panose="05000000000000000000" pitchFamily="2" charset="2"/>
              <a:buChar char="§"/>
            </a:pPr>
            <a:r>
              <a:rPr lang="ar-EG" b="1" i="1" dirty="0" smtClean="0">
                <a:solidFill>
                  <a:schemeClr val="tx1"/>
                </a:solidFill>
              </a:rPr>
              <a:t>تصميم المواقع</a:t>
            </a:r>
            <a:endParaRPr lang="en-US" b="1" i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71600"/>
            <a:ext cx="8596668" cy="4669760"/>
          </a:xfrm>
        </p:spPr>
        <p:txBody>
          <a:bodyPr>
            <a:normAutofit fontScale="92500"/>
          </a:bodyPr>
          <a:lstStyle/>
          <a:p>
            <a:pPr marL="0" indent="0" algn="ctr" rtl="1">
              <a:buNone/>
            </a:pPr>
            <a:r>
              <a:rPr lang="ar-EG" sz="2800" dirty="0" smtClean="0"/>
              <a:t>التصميم يشمل التحكم في المسافات – الحدود –حجم ومكان العناصر </a:t>
            </a:r>
          </a:p>
          <a:p>
            <a:pPr marL="514350" indent="-514350" algn="ctr" rtl="1">
              <a:buFont typeface="+mj-lt"/>
              <a:buAutoNum type="arabicPeriod"/>
            </a:pPr>
            <a:r>
              <a:rPr lang="ar-EG" sz="2800" dirty="0" smtClean="0"/>
              <a:t>المسافات\ للتكم في المسافه الداخليه بين العناصر </a:t>
            </a:r>
            <a:r>
              <a:rPr lang="en-US" sz="2800" dirty="0" smtClean="0"/>
              <a:t>padding </a:t>
            </a:r>
            <a:endParaRPr lang="en-US" sz="2800" dirty="0"/>
          </a:p>
          <a:p>
            <a:pPr marL="514350" indent="-514350" algn="ctr" rtl="1">
              <a:buFont typeface="+mj-lt"/>
              <a:buAutoNum type="arabicPeriod"/>
            </a:pPr>
            <a:r>
              <a:rPr lang="ar-EG" sz="2800" dirty="0" smtClean="0"/>
              <a:t>للتحكم في المسافه الخارجيه </a:t>
            </a:r>
            <a:r>
              <a:rPr lang="en-US" sz="2800" dirty="0" err="1" smtClean="0"/>
              <a:t>margih</a:t>
            </a:r>
            <a:endParaRPr lang="en-US" sz="2800" dirty="0" smtClean="0"/>
          </a:p>
          <a:p>
            <a:pPr marL="0" indent="0" algn="ctr" rtl="1">
              <a:buNone/>
            </a:pPr>
            <a:r>
              <a:rPr lang="ar-EG" sz="2800" dirty="0" smtClean="0"/>
              <a:t>الحدود\ لعمل اطار حول العنصر</a:t>
            </a:r>
            <a:r>
              <a:rPr lang="en-US" sz="2800" dirty="0" smtClean="0"/>
              <a:t>border</a:t>
            </a:r>
            <a:endParaRPr lang="en-US" sz="2800" dirty="0"/>
          </a:p>
          <a:p>
            <a:pPr marL="0" indent="0" algn="ctr" rtl="1">
              <a:buNone/>
            </a:pPr>
            <a:r>
              <a:rPr lang="ar-EG" sz="2800" dirty="0" smtClean="0"/>
              <a:t>تخطيط الصفحه </a:t>
            </a:r>
          </a:p>
          <a:p>
            <a:pPr marL="514350" indent="-514350" algn="ctr" rtl="1">
              <a:buFont typeface="+mj-lt"/>
              <a:buAutoNum type="arabicPeriod"/>
            </a:pPr>
            <a:r>
              <a:rPr lang="ar-EG" sz="2800" dirty="0" smtClean="0"/>
              <a:t>لترتيب العناصر في صف او عمود </a:t>
            </a:r>
            <a:r>
              <a:rPr lang="en-US" sz="2800" dirty="0" err="1" smtClean="0"/>
              <a:t>display;flex</a:t>
            </a:r>
            <a:endParaRPr lang="en-US" sz="2800" dirty="0" smtClean="0"/>
          </a:p>
          <a:p>
            <a:pPr marL="514350" indent="-514350" algn="ctr" rtl="1">
              <a:buFont typeface="+mj-lt"/>
              <a:buAutoNum type="arabicPeriod"/>
            </a:pPr>
            <a:r>
              <a:rPr lang="ar-EG" sz="2800" dirty="0" smtClean="0"/>
              <a:t>لتقسيم الصفحه الي اعمده وصفوف منظمه </a:t>
            </a:r>
            <a:r>
              <a:rPr lang="en-US" sz="2800" dirty="0" err="1" smtClean="0"/>
              <a:t>display;grid</a:t>
            </a:r>
            <a:endParaRPr lang="en-US" sz="2800" dirty="0" smtClean="0"/>
          </a:p>
          <a:p>
            <a:pPr marL="0" indent="0" algn="ctr" rtl="1">
              <a:buNone/>
            </a:pP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3464274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ar-EG" dirty="0" smtClean="0">
                <a:solidFill>
                  <a:schemeClr val="tx1"/>
                </a:solidFill>
              </a:rPr>
              <a:t>المراجع والمصادر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03867"/>
            <a:ext cx="8596668" cy="4737496"/>
          </a:xfrm>
        </p:spPr>
        <p:txBody>
          <a:bodyPr>
            <a:normAutofit/>
          </a:bodyPr>
          <a:lstStyle/>
          <a:p>
            <a:pPr algn="ctr" rtl="1"/>
            <a:r>
              <a:rPr lang="ar-EG" sz="2800" dirty="0" smtClean="0">
                <a:solidFill>
                  <a:schemeClr val="tx2"/>
                </a:solidFill>
              </a:rPr>
              <a:t>المراجع </a:t>
            </a:r>
          </a:p>
          <a:p>
            <a:pPr marL="0" indent="0" algn="ctr" rtl="1">
              <a:buNone/>
            </a:pPr>
            <a:r>
              <a:rPr lang="ar-EG" sz="2800" dirty="0" smtClean="0">
                <a:solidFill>
                  <a:schemeClr val="tx2"/>
                </a:solidFill>
              </a:rPr>
              <a:t>منظمة</a:t>
            </a:r>
            <a:r>
              <a:rPr lang="en-US" sz="2800" dirty="0" smtClean="0">
                <a:solidFill>
                  <a:schemeClr val="tx2"/>
                </a:solidFill>
              </a:rPr>
              <a:t>World wide web consortium</a:t>
            </a:r>
            <a:endParaRPr lang="ar-EG" sz="2800" dirty="0" smtClean="0">
              <a:solidFill>
                <a:schemeClr val="tx2"/>
              </a:solidFill>
            </a:endParaRPr>
          </a:p>
          <a:p>
            <a:pPr marL="0" indent="0" algn="ctr" rtl="1">
              <a:buNone/>
            </a:pPr>
            <a:r>
              <a:rPr lang="ar-EG" sz="2800" dirty="0" smtClean="0">
                <a:solidFill>
                  <a:schemeClr val="tx2"/>
                </a:solidFill>
              </a:rPr>
              <a:t>موقع</a:t>
            </a:r>
            <a:r>
              <a:rPr lang="en-US" sz="2800" dirty="0" err="1" smtClean="0">
                <a:solidFill>
                  <a:schemeClr val="tx2"/>
                </a:solidFill>
              </a:rPr>
              <a:t>css</a:t>
            </a:r>
            <a:r>
              <a:rPr lang="en-US" sz="2800" dirty="0" smtClean="0">
                <a:solidFill>
                  <a:schemeClr val="tx2"/>
                </a:solidFill>
              </a:rPr>
              <a:t>-tricks </a:t>
            </a:r>
            <a:r>
              <a:rPr lang="ar-EG" sz="2800" dirty="0" smtClean="0">
                <a:solidFill>
                  <a:schemeClr val="tx2"/>
                </a:solidFill>
              </a:rPr>
              <a:t> </a:t>
            </a:r>
          </a:p>
          <a:p>
            <a:pPr algn="ctr" rtl="1"/>
            <a:r>
              <a:rPr lang="ar-EG" sz="2800" dirty="0" smtClean="0">
                <a:solidFill>
                  <a:schemeClr val="tx2"/>
                </a:solidFill>
              </a:rPr>
              <a:t>المصادر </a:t>
            </a:r>
          </a:p>
          <a:p>
            <a:pPr marL="0" indent="0" algn="ctr" rtl="1">
              <a:buNone/>
            </a:pPr>
            <a:r>
              <a:rPr lang="ar-EG" sz="2800" dirty="0" smtClean="0">
                <a:solidFill>
                  <a:schemeClr val="tx2"/>
                </a:solidFill>
              </a:rPr>
              <a:t>جوجل </a:t>
            </a:r>
          </a:p>
        </p:txBody>
      </p:sp>
    </p:spTree>
    <p:extLst>
      <p:ext uri="{BB962C8B-B14F-4D97-AF65-F5344CB8AC3E}">
        <p14:creationId xmlns:p14="http://schemas.microsoft.com/office/powerpoint/2010/main" val="246014206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251</TotalTime>
  <Words>171</Words>
  <Application>Microsoft Office PowerPoint</Application>
  <PresentationFormat>Widescreen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Tahoma</vt:lpstr>
      <vt:lpstr>Trebuchet MS</vt:lpstr>
      <vt:lpstr>Wingdings</vt:lpstr>
      <vt:lpstr>Wingdings 3</vt:lpstr>
      <vt:lpstr>Facet</vt:lpstr>
      <vt:lpstr>PowerPoint Presentation</vt:lpstr>
      <vt:lpstr>بحث عن ازاي اغير الوان وخطوط وتصميم المواقع</vt:lpstr>
      <vt:lpstr>مقدمه توضح لنا هنكلم عن اي </vt:lpstr>
      <vt:lpstr>تغير الالوان</vt:lpstr>
      <vt:lpstr>تغير الخطوط</vt:lpstr>
      <vt:lpstr>تصميم المواقع</vt:lpstr>
      <vt:lpstr>المراجع والمصادر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بحث عن ازاي اغير الوان وخطوط وتصميم المواقع</dc:title>
  <dc:creator>HP</dc:creator>
  <cp:lastModifiedBy>HP</cp:lastModifiedBy>
  <cp:revision>17</cp:revision>
  <dcterms:created xsi:type="dcterms:W3CDTF">2026-09-03T01:56:10Z</dcterms:created>
  <dcterms:modified xsi:type="dcterms:W3CDTF">2026-10-19T20:09:26Z</dcterms:modified>
</cp:coreProperties>
</file>